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4A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79992" y="-1463040"/>
            <a:ext cx="4572000" cy="4572000"/>
          </a:xfrm>
          <a:prstGeom prst="ellipse">
            <a:avLst/>
          </a:prstGeom>
          <a:solidFill>
            <a:srgbClr val="3E7D45">
              <a:alpha val="4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1463040" y="4846320"/>
            <a:ext cx="3474720" cy="3474720"/>
          </a:xfrm>
          <a:prstGeom prst="ellipse">
            <a:avLst/>
          </a:prstGeom>
          <a:solidFill>
            <a:srgbClr val="C1440E">
              <a:alpha val="22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1165860" y="891540"/>
            <a:ext cx="1051560" cy="1051560"/>
          </a:xfrm>
          <a:prstGeom prst="ellipse">
            <a:avLst/>
          </a:prstGeom>
          <a:solidFill>
            <a:srgbClr val="3E7D45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8234" y="1143914"/>
            <a:ext cx="546811" cy="54681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331720" y="868680"/>
            <a:ext cx="8686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GAULENS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2331720" y="1481328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3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IMAGE-BASED BREED RECOGNITION FOR CATTLE &amp; BUFFALOES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2514600"/>
            <a:ext cx="10515600" cy="0"/>
          </a:xfrm>
          <a:prstGeom prst="line">
            <a:avLst/>
          </a:prstGeom>
          <a:noFill/>
          <a:ln w="12700">
            <a:solidFill>
              <a:srgbClr val="3E7D4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886075"/>
            <a:ext cx="2926080" cy="469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C79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NAME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749040" y="2921635"/>
            <a:ext cx="7589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SHREE MADHAN P 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22960" y="4750562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C79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749040" y="4756150"/>
            <a:ext cx="7589520" cy="4457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COMPUTER SCIENCE AND BUSINESS SYSTEMS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22960" y="3511804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C79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REGISTER NUMBER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749040" y="3502914"/>
            <a:ext cx="7589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922524244056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22960" y="5458841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C79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COLLEGE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749040" y="5453126"/>
            <a:ext cx="7589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V.S.B ENGINEERING COLLEGE, KARUR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22960" y="4178808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C79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YEAR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749040" y="4181475"/>
            <a:ext cx="7589520" cy="4464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</a:t>
            </a:r>
            <a:r>
              <a:rPr lang="en-IN" alt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II</a:t>
            </a:r>
            <a:endParaRPr lang="en-IN" altLang="en-US" sz="1800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40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Is This Project?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430000" y="384048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6B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1371600" cy="1371600"/>
          </a:xfrm>
          <a:prstGeom prst="ellipse">
            <a:avLst/>
          </a:prstGeom>
          <a:solidFill>
            <a:srgbClr val="E9F3E4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3624" y="1792224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0" y="1417320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one simple sentence: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57600" y="1783080"/>
            <a:ext cx="77724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204A2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“Upload a photo of a cow or buffalo, and the website tells you which breed it is.”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40080" y="3246120"/>
            <a:ext cx="10908792" cy="2743200"/>
          </a:xfrm>
          <a:prstGeom prst="roundRect">
            <a:avLst>
              <a:gd name="adj" fmla="val 4667"/>
            </a:avLst>
          </a:prstGeom>
          <a:solidFill>
            <a:srgbClr val="F5F5F2"/>
          </a:solidFill>
        </p:spPr>
      </p:sp>
      <p:sp>
        <p:nvSpPr>
          <p:cNvPr id="9" name="Text 6"/>
          <p:cNvSpPr/>
          <p:nvPr/>
        </p:nvSpPr>
        <p:spPr>
          <a:xfrm>
            <a:off x="1005840" y="35204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1440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Think of it like this: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05840" y="3977640"/>
            <a:ext cx="1005840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A3A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website is like a shop — the frontend is the shop's counter and display window (what you see and click)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A3A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backend is like the storeroom staff — it receives your request and figures out the answer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3A3A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database is like the storeroom shelves — where all the breed information is kept, ready to be fetched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40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430000" y="384048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6B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325880" y="1280160"/>
            <a:ext cx="1005840" cy="1005840"/>
          </a:xfrm>
          <a:prstGeom prst="ellipse">
            <a:avLst/>
          </a:prstGeom>
          <a:solidFill>
            <a:srgbClr val="FBEBD9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7282" y="1521562"/>
            <a:ext cx="523037" cy="5230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108960" y="13716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1440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does this project matter?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22960" y="2606040"/>
            <a:ext cx="10332720" cy="3017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3A3A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India has 73 recognised native cattle and buffalo breeds (53 cattle + 20 buffalo)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3A3A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Farmers and field workers usually identify a breed just by looking at it — this is slow and often wrong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3A3A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wrong guess can cause problems with vaccination, breeding programs, or insurance claims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•"/>
            </a:pPr>
            <a:r>
              <a:rPr lang="en-US" sz="1700" dirty="0">
                <a:solidFill>
                  <a:srgbClr val="3A3A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There is no simple app where you can just upload a photo and instantly get the breed name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40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430000" y="384048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6B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325880" y="1280160"/>
            <a:ext cx="1005840" cy="1005840"/>
          </a:xfrm>
          <a:prstGeom prst="ellipse">
            <a:avLst/>
          </a:prstGeom>
          <a:solidFill>
            <a:srgbClr val="E9F3E4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7282" y="1521562"/>
            <a:ext cx="523037" cy="5230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108960" y="13716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04A2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did we set out to build?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22960" y="2606040"/>
            <a:ext cx="10332720" cy="3383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300"/>
              </a:spcAft>
              <a:buSzPct val="100000"/>
              <a:buChar char="•"/>
            </a:pPr>
            <a:r>
              <a:rPr lang="en-US" sz="1650" dirty="0">
                <a:solidFill>
                  <a:srgbClr val="3A3A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a website where anyone can upload a cattle/buffalo photo and get a predicted breed</a:t>
            </a:r>
            <a:endParaRPr lang="en-US" sz="1650" dirty="0"/>
          </a:p>
          <a:p>
            <a:pPr marL="342900" indent="-342900">
              <a:lnSpc>
                <a:spcPct val="120000"/>
              </a:lnSpc>
              <a:spcAft>
                <a:spcPts val="1300"/>
              </a:spcAft>
              <a:buSzPct val="100000"/>
              <a:buChar char="•"/>
            </a:pPr>
            <a:r>
              <a:rPr lang="en-US" sz="1650" dirty="0">
                <a:solidFill>
                  <a:srgbClr val="3A3A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 information about all 73 recognised breeds in an organised database</a:t>
            </a:r>
            <a:endParaRPr lang="en-US" sz="1650" dirty="0"/>
          </a:p>
          <a:p>
            <a:pPr marL="342900" indent="-342900">
              <a:lnSpc>
                <a:spcPct val="120000"/>
              </a:lnSpc>
              <a:spcAft>
                <a:spcPts val="1300"/>
              </a:spcAft>
              <a:buSzPct val="100000"/>
              <a:buChar char="•"/>
            </a:pPr>
            <a:r>
              <a:rPr lang="en-US" sz="1650" dirty="0">
                <a:solidFill>
                  <a:srgbClr val="3A3A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Let users search and filter breeds easily, even without uploading a photo</a:t>
            </a:r>
            <a:endParaRPr lang="en-US" sz="1650" dirty="0"/>
          </a:p>
          <a:p>
            <a:pPr marL="342900" indent="-342900">
              <a:lnSpc>
                <a:spcPct val="120000"/>
              </a:lnSpc>
              <a:spcAft>
                <a:spcPts val="1300"/>
              </a:spcAft>
              <a:buSzPct val="100000"/>
              <a:buChar char="•"/>
            </a:pPr>
            <a:r>
              <a:rPr lang="en-US" sz="1650" dirty="0">
                <a:solidFill>
                  <a:srgbClr val="3A3A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Connect the website, the server, and the database together so they all work as one system</a:t>
            </a:r>
            <a:endParaRPr lang="en-US" sz="1650" dirty="0"/>
          </a:p>
          <a:p>
            <a:pPr marL="342900" indent="-342900">
              <a:lnSpc>
                <a:spcPct val="120000"/>
              </a:lnSpc>
              <a:spcAft>
                <a:spcPts val="1300"/>
              </a:spcAft>
              <a:buSzPct val="100000"/>
              <a:buChar char="•"/>
            </a:pPr>
            <a:r>
              <a:rPr lang="en-US" sz="1650" dirty="0">
                <a:solidFill>
                  <a:srgbClr val="3A3A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Keep a record of every photo scanned, for future improvement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40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Technologies Used — Frontend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430000" y="384048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6B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“frontend” is everything you see and click in your browser.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2880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773936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40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HTML5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069080" y="1773936"/>
            <a:ext cx="1600200" cy="365760"/>
          </a:xfrm>
          <a:prstGeom prst="rect">
            <a:avLst/>
          </a:prstGeom>
          <a:solidFill>
            <a:srgbClr val="204A28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 (2014+)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14400" y="2423160"/>
            <a:ext cx="47091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B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Builds the structure — headings, buttons, images. Like the skeleton of a page.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63640" y="155448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82880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773936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40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CSS3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9692640" y="1773936"/>
            <a:ext cx="1600200" cy="365760"/>
          </a:xfrm>
          <a:prstGeom prst="rect">
            <a:avLst/>
          </a:prstGeom>
          <a:solidFill>
            <a:srgbClr val="204A28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 (2011+)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6537960" y="2423160"/>
            <a:ext cx="47091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B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Controls the look — colours, spacing, fonts, animations.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384048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11480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059936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40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Bootstrap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4069080" y="4059936"/>
            <a:ext cx="1600200" cy="365760"/>
          </a:xfrm>
          <a:prstGeom prst="rect">
            <a:avLst/>
          </a:prstGeom>
          <a:solidFill>
            <a:srgbClr val="204A28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Version 5.3.3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14400" y="4709160"/>
            <a:ext cx="47091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B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ready-made design kit — gives pre-styled buttons and layouts instantly.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263640" y="384048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4114800"/>
            <a:ext cx="548640" cy="5486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4059936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40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JavaScript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9692640" y="4059936"/>
            <a:ext cx="1600200" cy="365760"/>
          </a:xfrm>
          <a:prstGeom prst="rect">
            <a:avLst/>
          </a:prstGeom>
          <a:solidFill>
            <a:srgbClr val="204A28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 (ES2020+)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6537960" y="4709160"/>
            <a:ext cx="47091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B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Makes the page interactive — uploading a photo, showing results without reloading.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40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Technologies Used — Backend &amp; Database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430000" y="384048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6B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“backend” works behind the scenes; the “database” stores the data.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1792224"/>
            <a:ext cx="621792" cy="621792"/>
          </a:xfrm>
          <a:prstGeom prst="ellipse">
            <a:avLst/>
          </a:prstGeom>
          <a:solidFill>
            <a:srgbClr val="F0EFE8"/>
          </a:solidFill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342" y="1941454"/>
            <a:ext cx="323332" cy="3233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1773936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40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Java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069080" y="1773936"/>
            <a:ext cx="1600200" cy="365760"/>
          </a:xfrm>
          <a:prstGeom prst="rect">
            <a:avLst/>
          </a:prstGeom>
          <a:solidFill>
            <a:srgbClr val="C1440E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Version 17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14400" y="2423160"/>
            <a:ext cx="47091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B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programming language the entire backend is written in.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63640" y="155448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204A28"/>
          </a:solidFill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19672" y="1792224"/>
            <a:ext cx="621792" cy="621792"/>
          </a:xfrm>
          <a:prstGeom prst="ellipse">
            <a:avLst/>
          </a:prstGeom>
          <a:solidFill>
            <a:srgbClr val="3E7D45"/>
          </a:solidFill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8902" y="1941454"/>
            <a:ext cx="323332" cy="3233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69480" y="1773936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Spring Boot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9692640" y="1773936"/>
            <a:ext cx="1600200" cy="365760"/>
          </a:xfrm>
          <a:prstGeom prst="rect">
            <a:avLst/>
          </a:prstGeom>
          <a:solidFill>
            <a:srgbClr val="C1440E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Version 3.3.2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6537960" y="2423160"/>
            <a:ext cx="47091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9F3E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framework that makes building a Java backend server much faster.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40080" y="384048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96112" y="4078224"/>
            <a:ext cx="621792" cy="621792"/>
          </a:xfrm>
          <a:prstGeom prst="ellipse">
            <a:avLst/>
          </a:prstGeom>
          <a:solidFill>
            <a:srgbClr val="F0EFE8"/>
          </a:solidFill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342" y="4227454"/>
            <a:ext cx="323332" cy="3233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4059936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40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H2 Database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4069080" y="4059936"/>
            <a:ext cx="1600200" cy="365760"/>
          </a:xfrm>
          <a:prstGeom prst="rect">
            <a:avLst/>
          </a:prstGeom>
          <a:solidFill>
            <a:srgbClr val="C1440E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Version 2.2.224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914400" y="4709160"/>
            <a:ext cx="47091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B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lightweight database that runs inside the app itself — no separate install needed.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6263640" y="384048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519672" y="4078224"/>
            <a:ext cx="621792" cy="621792"/>
          </a:xfrm>
          <a:prstGeom prst="ellipse">
            <a:avLst/>
          </a:prstGeom>
          <a:solidFill>
            <a:srgbClr val="F0EFE8"/>
          </a:solidFill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8902" y="4227454"/>
            <a:ext cx="323332" cy="3233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269480" y="4059936"/>
            <a:ext cx="2788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40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Maven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9692640" y="4059936"/>
            <a:ext cx="1600200" cy="365760"/>
          </a:xfrm>
          <a:prstGeom prst="rect">
            <a:avLst/>
          </a:prstGeom>
          <a:solidFill>
            <a:srgbClr val="C1440E"/>
          </a:solidFill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Tool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6537960" y="4709160"/>
            <a:ext cx="47091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6B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Downloads required libraries and runs the whole project with one command.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40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The Three Parts Connect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430000" y="384048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6B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19556" y="182880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204A28"/>
          </a:solidFill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3412" y="2084832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19556" y="26974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FRONTEND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156716" y="306324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F0EF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you see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F0EF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(HTML, CSS, Bootstrap, JS)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835908" y="2743200"/>
            <a:ext cx="813816" cy="0"/>
          </a:xfrm>
          <a:prstGeom prst="line">
            <a:avLst/>
          </a:prstGeom>
          <a:noFill/>
          <a:ln w="22225">
            <a:solidFill>
              <a:srgbClr val="6B6B5E"/>
            </a:solidFill>
            <a:prstDash val="solid"/>
            <a:tailEnd type="triangle"/>
          </a:ln>
        </p:spPr>
      </p:sp>
      <p:sp>
        <p:nvSpPr>
          <p:cNvPr id="9" name="Text 6"/>
          <p:cNvSpPr/>
          <p:nvPr/>
        </p:nvSpPr>
        <p:spPr>
          <a:xfrm>
            <a:off x="3762756" y="2359152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6B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asks for data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722876" y="182880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C1440E"/>
          </a:solidFill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6732" y="2084832"/>
            <a:ext cx="475488" cy="475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22876" y="26974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BACKEND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860036" y="306324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F0EF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brain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F0EF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(Java, Spring Boot)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539228" y="2743200"/>
            <a:ext cx="813816" cy="0"/>
          </a:xfrm>
          <a:prstGeom prst="line">
            <a:avLst/>
          </a:prstGeom>
          <a:noFill/>
          <a:ln w="22225">
            <a:solidFill>
              <a:srgbClr val="6B6B5E"/>
            </a:solidFill>
            <a:prstDash val="solid"/>
            <a:tailEnd type="triangle"/>
          </a:ln>
        </p:spPr>
      </p:sp>
      <p:sp>
        <p:nvSpPr>
          <p:cNvPr id="15" name="Text 11"/>
          <p:cNvSpPr/>
          <p:nvPr/>
        </p:nvSpPr>
        <p:spPr>
          <a:xfrm>
            <a:off x="7466076" y="2359152"/>
            <a:ext cx="960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6B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fetches from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8426196" y="182880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3C3489"/>
          </a:solidFill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0052" y="2084832"/>
            <a:ext cx="475488" cy="4754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26196" y="26974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DATABASE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563356" y="3063240"/>
            <a:ext cx="24688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F0EF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memory</a:t>
            </a:r>
            <a:endParaRPr lang="en-US" sz="11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F0EF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(H2 Database)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22960" y="4251960"/>
            <a:ext cx="10515600" cy="1691640"/>
          </a:xfrm>
          <a:prstGeom prst="roundRect">
            <a:avLst>
              <a:gd name="adj" fmla="val 6486"/>
            </a:avLst>
          </a:prstGeom>
          <a:solidFill>
            <a:srgbClr val="F5F5F2"/>
          </a:solidFill>
        </p:spPr>
      </p:sp>
      <p:sp>
        <p:nvSpPr>
          <p:cNvPr id="21" name="Text 16"/>
          <p:cNvSpPr/>
          <p:nvPr/>
        </p:nvSpPr>
        <p:spPr>
          <a:xfrm>
            <a:off x="1143000" y="443484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1440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 simple words: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1143000" y="4754880"/>
            <a:ext cx="987552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A3A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When you upload a photo, the Frontend sends it to the Backend. The Backend checks the Database, decides on an answer, and sends it back to the Frontend — which then shows you the breed name on screen.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40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Main Features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430000" y="384048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6B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32104" y="1472184"/>
            <a:ext cx="530352" cy="530352"/>
          </a:xfrm>
          <a:prstGeom prst="ellipse">
            <a:avLst/>
          </a:prstGeom>
          <a:solidFill>
            <a:srgbClr val="E9F3E4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388" y="1599468"/>
            <a:ext cx="275783" cy="2757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481328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40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Photo Upload &amp; Scan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2148840"/>
            <a:ext cx="3063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Upload a photo and watch an animated scan run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89120" y="128016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81144" y="1472184"/>
            <a:ext cx="530352" cy="530352"/>
          </a:xfrm>
          <a:prstGeom prst="ellipse">
            <a:avLst/>
          </a:prstGeom>
          <a:solidFill>
            <a:srgbClr val="E9F3E4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8428" y="1599468"/>
            <a:ext cx="275783" cy="27578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12080" y="1481328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40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Breed Prediction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72000" y="2148840"/>
            <a:ext cx="3063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Shows the predicted breed with a confidence percentage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38160" y="128016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30184" y="1472184"/>
            <a:ext cx="530352" cy="530352"/>
          </a:xfrm>
          <a:prstGeom prst="ellipse">
            <a:avLst/>
          </a:prstGeom>
          <a:solidFill>
            <a:srgbClr val="E9F3E4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7468" y="1599468"/>
            <a:ext cx="275783" cy="27578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61120" y="1481328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40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Filter By Type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321040" y="2148840"/>
            <a:ext cx="3063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Browse only Cattle or only Buffalo breeds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324612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32104" y="3438144"/>
            <a:ext cx="530352" cy="530352"/>
          </a:xfrm>
          <a:prstGeom prst="ellipse">
            <a:avLst/>
          </a:prstGeom>
          <a:solidFill>
            <a:srgbClr val="E9F3E4"/>
          </a:solidFill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388" y="3565428"/>
            <a:ext cx="275783" cy="27578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3447288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40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Search Breeds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22960" y="4114800"/>
            <a:ext cx="3063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 a name to instantly find a breed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89120" y="324612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81144" y="3438144"/>
            <a:ext cx="530352" cy="530352"/>
          </a:xfrm>
          <a:prstGeom prst="ellipse">
            <a:avLst/>
          </a:prstGeom>
          <a:solidFill>
            <a:srgbClr val="E9F3E4"/>
          </a:solidFill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8428" y="3565428"/>
            <a:ext cx="275783" cy="27578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12080" y="3447288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40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Full Breed Directory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72000" y="4114800"/>
            <a:ext cx="3063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73 breeds listed with origin and traits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38160" y="3246120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30184" y="3438144"/>
            <a:ext cx="530352" cy="530352"/>
          </a:xfrm>
          <a:prstGeom prst="ellipse">
            <a:avLst/>
          </a:prstGeom>
          <a:solidFill>
            <a:srgbClr val="E9F3E4"/>
          </a:solidFill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7468" y="3565428"/>
            <a:ext cx="275783" cy="27578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61120" y="3447288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40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Scan History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321040" y="4114800"/>
            <a:ext cx="30632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6B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prediction is saved in the database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2412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240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Sample Result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430000" y="384048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B6B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is what a user sees after uploading a photo: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0" y="1554480"/>
            <a:ext cx="6675120" cy="4297680"/>
          </a:xfrm>
          <a:prstGeom prst="roundRect">
            <a:avLst>
              <a:gd name="adj" fmla="val 3404"/>
            </a:avLst>
          </a:prstGeom>
          <a:solidFill>
            <a:srgbClr val="17240F"/>
          </a:solidFill>
          <a:effectLst>
            <a:outerShdw blurRad="127000" dist="508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0" y="19202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9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PREDICTED BREED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0" y="2176272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Gir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040880" y="1920240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B9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CONFIDENCE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040880" y="2176272"/>
            <a:ext cx="1920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F4A30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94%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200400" y="297180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9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CLOSEST ALTERNATIVES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0" y="338328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6D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Sahiwal (Cattle)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0" y="338328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8E6D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6%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0" y="3694176"/>
            <a:ext cx="5760720" cy="128016"/>
          </a:xfrm>
          <a:prstGeom prst="roundRect">
            <a:avLst>
              <a:gd name="adj" fmla="val 50000"/>
            </a:avLst>
          </a:prstGeom>
          <a:solidFill>
            <a:srgbClr val="3A3A30"/>
          </a:solidFill>
        </p:spPr>
      </p:sp>
      <p:sp>
        <p:nvSpPr>
          <p:cNvPr id="14" name="Shape 12"/>
          <p:cNvSpPr/>
          <p:nvPr/>
        </p:nvSpPr>
        <p:spPr>
          <a:xfrm>
            <a:off x="3200400" y="3694176"/>
            <a:ext cx="2073859" cy="128016"/>
          </a:xfrm>
          <a:prstGeom prst="roundRect">
            <a:avLst>
              <a:gd name="adj" fmla="val 50000"/>
            </a:avLst>
          </a:prstGeom>
          <a:solidFill>
            <a:srgbClr val="F4A300"/>
          </a:solidFill>
        </p:spPr>
      </p:sp>
      <p:sp>
        <p:nvSpPr>
          <p:cNvPr id="15" name="Text 13"/>
          <p:cNvSpPr/>
          <p:nvPr/>
        </p:nvSpPr>
        <p:spPr>
          <a:xfrm>
            <a:off x="3200400" y="4041648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6D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 Sindhi (Cattle)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0" y="404164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8E6D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3%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0" y="4352544"/>
            <a:ext cx="5760720" cy="128016"/>
          </a:xfrm>
          <a:prstGeom prst="roundRect">
            <a:avLst>
              <a:gd name="adj" fmla="val 50000"/>
            </a:avLst>
          </a:prstGeom>
          <a:solidFill>
            <a:srgbClr val="3A3A30"/>
          </a:solidFill>
        </p:spPr>
      </p:sp>
      <p:sp>
        <p:nvSpPr>
          <p:cNvPr id="18" name="Shape 16"/>
          <p:cNvSpPr/>
          <p:nvPr/>
        </p:nvSpPr>
        <p:spPr>
          <a:xfrm>
            <a:off x="3200400" y="4352544"/>
            <a:ext cx="1036930" cy="128016"/>
          </a:xfrm>
          <a:prstGeom prst="roundRect">
            <a:avLst>
              <a:gd name="adj" fmla="val 50000"/>
            </a:avLst>
          </a:prstGeom>
          <a:solidFill>
            <a:srgbClr val="F4A300"/>
          </a:solidFill>
        </p:spPr>
      </p:sp>
      <p:sp>
        <p:nvSpPr>
          <p:cNvPr id="19" name="Text 17"/>
          <p:cNvSpPr/>
          <p:nvPr/>
        </p:nvSpPr>
        <p:spPr>
          <a:xfrm>
            <a:off x="3200400" y="4700016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6D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Tharparkar (Cattle)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0" y="470001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E8E6D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2%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0" y="5010912"/>
            <a:ext cx="5760720" cy="128016"/>
          </a:xfrm>
          <a:prstGeom prst="roundRect">
            <a:avLst>
              <a:gd name="adj" fmla="val 50000"/>
            </a:avLst>
          </a:prstGeom>
          <a:solidFill>
            <a:srgbClr val="3A3A30"/>
          </a:solidFill>
        </p:spPr>
      </p:sp>
      <p:sp>
        <p:nvSpPr>
          <p:cNvPr id="22" name="Shape 20"/>
          <p:cNvSpPr/>
          <p:nvPr/>
        </p:nvSpPr>
        <p:spPr>
          <a:xfrm>
            <a:off x="3200400" y="5010912"/>
            <a:ext cx="691286" cy="128016"/>
          </a:xfrm>
          <a:prstGeom prst="roundRect">
            <a:avLst>
              <a:gd name="adj" fmla="val 50000"/>
            </a:avLst>
          </a:prstGeom>
          <a:solidFill>
            <a:srgbClr val="F4A300"/>
          </a:solidFill>
        </p:spPr>
      </p:sp>
      <p:sp>
        <p:nvSpPr>
          <p:cNvPr id="23" name="Text 21"/>
          <p:cNvSpPr/>
          <p:nvPr/>
        </p:nvSpPr>
        <p:spPr>
          <a:xfrm>
            <a:off x="3200400" y="5212080"/>
            <a:ext cx="5760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9B9B8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Note: This demo currently picks a sample answer to show how the system works — a real AI model will be added later.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4A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114800" cy="4114800"/>
          </a:xfrm>
          <a:prstGeom prst="ellipse">
            <a:avLst/>
          </a:prstGeom>
          <a:solidFill>
            <a:srgbClr val="3E7D45">
              <a:alpha val="4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9445752" y="4480560"/>
            <a:ext cx="3840480" cy="3840480"/>
          </a:xfrm>
          <a:prstGeom prst="ellipse">
            <a:avLst/>
          </a:prstGeom>
          <a:solidFill>
            <a:srgbClr val="C1440E">
              <a:alpha val="22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5500116" y="1691640"/>
            <a:ext cx="1188720" cy="1188720"/>
          </a:xfrm>
          <a:prstGeom prst="ellipse">
            <a:avLst/>
          </a:prstGeom>
          <a:solidFill>
            <a:srgbClr val="3E7D45"/>
          </a:solidFill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5409" y="1976933"/>
            <a:ext cx="618134" cy="6181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200400"/>
            <a:ext cx="12188952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-137795" y="4272280"/>
            <a:ext cx="1218895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3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0" y="6035040"/>
            <a:ext cx="12188952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FE0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SHREE MADHAN P S  |  COMPUTER SCIENCE AND BUSINESS SYSTEMS  |  V.S.B ENGINEERING COLLEGE, KARUR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3576</Words>
  <Application>WPS Presentation</Application>
  <PresentationFormat>On-screen Show (16:9)</PresentationFormat>
  <Paragraphs>212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GauLens - Beginner Guide</dc:title>
  <dc:creator>Shree Madhan P S</dc:creator>
  <dc:subject>PptxGenJS Presentation</dc:subject>
  <cp:lastModifiedBy>SHREE MADHAN P S</cp:lastModifiedBy>
  <cp:revision>3</cp:revision>
  <dcterms:created xsi:type="dcterms:W3CDTF">2026-07-09T18:30:00Z</dcterms:created>
  <dcterms:modified xsi:type="dcterms:W3CDTF">2026-07-11T09:30:02Z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E1C3312D7ED947C782767CE417D5B4B4_12</vt:lpwstr>
  </property>
  <property fmtid="{D5CDD505-2E9C-101B-9397-08002B2CF9AE}" pid="3" name="KSOProductBuildVer">
    <vt:lpwstr>1033-12.1.0.26880</vt:lpwstr>
  </property>
</Properties>
</file>